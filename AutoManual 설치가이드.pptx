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42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90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AutoManual </a:t>
            </a:r>
            <a:r>
              <a:rPr lang="ko-KR" altLang="en-US" sz="3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설치가이드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2026. 3. 19</a:t>
            </a:r>
            <a:r>
              <a:rPr lang="en-US" sz="140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  <a:r>
              <a:rPr lang="en-US" sz="1400" smtClean="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en-US" altLang="ko-KR" sz="140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</a:t>
            </a:r>
            <a:r>
              <a:rPr lang="en-US" altLang="ko-KR" sz="140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altLang="ko-KR" sz="1400" smtClean="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altLang="ko-KR" sz="140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DX-AutoManual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68580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6858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C3E6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960120"/>
            <a:ext cx="2468880" cy="13716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685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1243584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243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629400" y="1591056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1591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03720" y="15544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모드로 변경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629400" y="193852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1938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903720" y="19019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압출해제된 확장 프로그램 로드 선택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29400" y="2286000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2286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03720" y="224942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압축해제 폴더에서 </a:t>
            </a:r>
            <a:r>
              <a:rPr lang="en-US" altLang="ko-KR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AutoManual-extention </a:t>
            </a: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폴더 선택</a:t>
            </a:r>
            <a:endParaRPr 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433059" y="974836"/>
            <a:ext cx="2229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chrome://extensions/</a:t>
            </a:r>
          </a:p>
        </p:txBody>
      </p:sp>
      <p:sp>
        <p:nvSpPr>
          <p:cNvPr id="27" name="Text 14"/>
          <p:cNvSpPr/>
          <p:nvPr/>
        </p:nvSpPr>
        <p:spPr>
          <a:xfrm>
            <a:off x="6903720" y="12161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크롬익스텐션 </a:t>
            </a:r>
            <a:r>
              <a:rPr lang="en-US" altLang="ko-KR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</a:t>
            </a: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</a:t>
            </a:r>
            <a:endParaRPr lang="en-US" sz="900" dirty="0"/>
          </a:p>
        </p:txBody>
      </p:sp>
      <p:sp>
        <p:nvSpPr>
          <p:cNvPr id="29" name="Shape 9"/>
          <p:cNvSpPr/>
          <p:nvPr/>
        </p:nvSpPr>
        <p:spPr>
          <a:xfrm>
            <a:off x="332475" y="859536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30" name="Text 10"/>
          <p:cNvSpPr/>
          <p:nvPr/>
        </p:nvSpPr>
        <p:spPr>
          <a:xfrm>
            <a:off x="332475" y="859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/>
          <a:srcRect r="54350" b="366"/>
          <a:stretch/>
        </p:blipFill>
        <p:spPr>
          <a:xfrm>
            <a:off x="664237" y="1527048"/>
            <a:ext cx="2399003" cy="3123329"/>
          </a:xfrm>
          <a:prstGeom prst="rect">
            <a:avLst/>
          </a:prstGeom>
        </p:spPr>
      </p:pic>
      <p:sp>
        <p:nvSpPr>
          <p:cNvPr id="32" name="모서리가 둥근 직사각형 31"/>
          <p:cNvSpPr/>
          <p:nvPr/>
        </p:nvSpPr>
        <p:spPr>
          <a:xfrm>
            <a:off x="731520" y="2139696"/>
            <a:ext cx="1495697" cy="46634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4"/>
          <a:srcRect l="76544"/>
          <a:stretch/>
        </p:blipFill>
        <p:spPr>
          <a:xfrm>
            <a:off x="4622541" y="728329"/>
            <a:ext cx="1313522" cy="720000"/>
          </a:xfrm>
          <a:prstGeom prst="rect">
            <a:avLst/>
          </a:prstGeom>
        </p:spPr>
      </p:pic>
      <p:sp>
        <p:nvSpPr>
          <p:cNvPr id="35" name="모서리가 둥근 직사각형 34"/>
          <p:cNvSpPr/>
          <p:nvPr/>
        </p:nvSpPr>
        <p:spPr>
          <a:xfrm>
            <a:off x="5263326" y="712273"/>
            <a:ext cx="855617" cy="2625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Shape 12"/>
          <p:cNvSpPr/>
          <p:nvPr/>
        </p:nvSpPr>
        <p:spPr>
          <a:xfrm>
            <a:off x="5062158" y="505897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39" name="Text 13"/>
          <p:cNvSpPr/>
          <p:nvPr/>
        </p:nvSpPr>
        <p:spPr>
          <a:xfrm>
            <a:off x="5062158" y="505897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Shape 9"/>
          <p:cNvSpPr/>
          <p:nvPr/>
        </p:nvSpPr>
        <p:spPr>
          <a:xfrm>
            <a:off x="495073" y="2139696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41" name="Text 10"/>
          <p:cNvSpPr/>
          <p:nvPr/>
        </p:nvSpPr>
        <p:spPr>
          <a:xfrm>
            <a:off x="495073" y="2139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2428" y="2739059"/>
            <a:ext cx="3167743" cy="1911318"/>
          </a:xfrm>
          <a:prstGeom prst="rect">
            <a:avLst/>
          </a:prstGeom>
        </p:spPr>
      </p:pic>
      <p:sp>
        <p:nvSpPr>
          <p:cNvPr id="46" name="모서리가 둥근 직사각형 45"/>
          <p:cNvSpPr/>
          <p:nvPr/>
        </p:nvSpPr>
        <p:spPr>
          <a:xfrm>
            <a:off x="3781815" y="3502152"/>
            <a:ext cx="2154366" cy="205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192604" y="4405568"/>
            <a:ext cx="507238" cy="205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hape 18"/>
          <p:cNvSpPr/>
          <p:nvPr/>
        </p:nvSpPr>
        <p:spPr>
          <a:xfrm>
            <a:off x="3541576" y="331012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49" name="Text 19"/>
          <p:cNvSpPr/>
          <p:nvPr/>
        </p:nvSpPr>
        <p:spPr>
          <a:xfrm>
            <a:off x="3541576" y="3310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Shape 18"/>
          <p:cNvSpPr/>
          <p:nvPr/>
        </p:nvSpPr>
        <p:spPr>
          <a:xfrm>
            <a:off x="4991436" y="428954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51" name="Text 19"/>
          <p:cNvSpPr/>
          <p:nvPr/>
        </p:nvSpPr>
        <p:spPr>
          <a:xfrm>
            <a:off x="4991436" y="42895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20"/>
          <p:cNvSpPr/>
          <p:nvPr/>
        </p:nvSpPr>
        <p:spPr>
          <a:xfrm>
            <a:off x="6903720" y="26334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/>
              <a:t>폴더 선택 클릭</a:t>
            </a:r>
            <a:endParaRPr lang="en-US" sz="900" dirty="0"/>
          </a:p>
        </p:txBody>
      </p:sp>
      <p:sp>
        <p:nvSpPr>
          <p:cNvPr id="55" name="Shape 18"/>
          <p:cNvSpPr/>
          <p:nvPr/>
        </p:nvSpPr>
        <p:spPr>
          <a:xfrm>
            <a:off x="6629400" y="267004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56" name="Text 19"/>
          <p:cNvSpPr/>
          <p:nvPr/>
        </p:nvSpPr>
        <p:spPr>
          <a:xfrm>
            <a:off x="6629400" y="2670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68580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6858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C3E6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960120"/>
            <a:ext cx="2468880" cy="13716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685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1243584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243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903720" y="1207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/>
              <a:t>확장 프로그램에 추가 확인</a:t>
            </a:r>
            <a:endParaRPr lang="en-US" sz="900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73" y="960119"/>
            <a:ext cx="5218855" cy="2188029"/>
          </a:xfrm>
          <a:prstGeom prst="rect">
            <a:avLst/>
          </a:prstGeom>
        </p:spPr>
      </p:pic>
      <p:sp>
        <p:nvSpPr>
          <p:cNvPr id="23" name="모서리가 둥근 직사각형 22"/>
          <p:cNvSpPr/>
          <p:nvPr/>
        </p:nvSpPr>
        <p:spPr>
          <a:xfrm>
            <a:off x="1188720" y="1673352"/>
            <a:ext cx="2436223" cy="14747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Shape 9"/>
          <p:cNvSpPr/>
          <p:nvPr/>
        </p:nvSpPr>
        <p:spPr>
          <a:xfrm>
            <a:off x="952273" y="1673352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25" name="Text 10"/>
          <p:cNvSpPr/>
          <p:nvPr/>
        </p:nvSpPr>
        <p:spPr>
          <a:xfrm>
            <a:off x="952273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</a:t>
            </a:r>
            <a:r>
              <a:rPr lang="en-US" sz="12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75117" y="660806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6858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C3E6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960120"/>
            <a:ext cx="2468880" cy="13716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685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1243584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243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903720" y="12070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/>
              <a:t>확장프로그램 아이콘 선택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29400" y="1591056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1591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03720" y="15544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AutoManual</a:t>
            </a:r>
            <a:r>
              <a:rPr lang="ko-KR" altLang="en-US" sz="90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900" smtClean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</a:rPr>
              <a:t>선택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629400" y="193852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1938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903720" y="19019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/>
              <a:t>우측 패널에서 사용</a:t>
            </a:r>
            <a:endParaRPr lang="en-US" altLang="ko-KR" sz="90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2" y="903297"/>
            <a:ext cx="3743847" cy="1476581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2769328" y="1309790"/>
            <a:ext cx="359226" cy="33832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hape 9"/>
          <p:cNvSpPr/>
          <p:nvPr/>
        </p:nvSpPr>
        <p:spPr>
          <a:xfrm>
            <a:off x="2508079" y="1143000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28" name="Text 10"/>
          <p:cNvSpPr/>
          <p:nvPr/>
        </p:nvSpPr>
        <p:spPr>
          <a:xfrm>
            <a:off x="2508079" y="1143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62" y="1769309"/>
            <a:ext cx="2991267" cy="19528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1312819" y="2800854"/>
            <a:ext cx="1965957" cy="4450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209" y="892223"/>
            <a:ext cx="1627921" cy="4170153"/>
          </a:xfrm>
          <a:prstGeom prst="rect">
            <a:avLst/>
          </a:prstGeom>
        </p:spPr>
      </p:pic>
      <p:sp>
        <p:nvSpPr>
          <p:cNvPr id="30" name="Shape 9"/>
          <p:cNvSpPr/>
          <p:nvPr/>
        </p:nvSpPr>
        <p:spPr>
          <a:xfrm>
            <a:off x="2907794" y="256275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31" name="Text 10"/>
          <p:cNvSpPr/>
          <p:nvPr/>
        </p:nvSpPr>
        <p:spPr>
          <a:xfrm>
            <a:off x="2907794" y="256275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4392387" y="1517904"/>
            <a:ext cx="1506674" cy="34508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Shape 9"/>
          <p:cNvSpPr/>
          <p:nvPr/>
        </p:nvSpPr>
        <p:spPr>
          <a:xfrm>
            <a:off x="4275489" y="1344168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35" name="Text 10"/>
          <p:cNvSpPr/>
          <p:nvPr/>
        </p:nvSpPr>
        <p:spPr>
          <a:xfrm>
            <a:off x="4275489" y="1344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9"/>
          <p:cNvSpPr/>
          <p:nvPr/>
        </p:nvSpPr>
        <p:spPr>
          <a:xfrm>
            <a:off x="5180690" y="1143000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38" name="Text 10"/>
          <p:cNvSpPr/>
          <p:nvPr/>
        </p:nvSpPr>
        <p:spPr>
          <a:xfrm>
            <a:off x="5180690" y="1143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81858" y="1099893"/>
            <a:ext cx="507648" cy="2098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Shape 15"/>
          <p:cNvSpPr/>
          <p:nvPr/>
        </p:nvSpPr>
        <p:spPr>
          <a:xfrm>
            <a:off x="6629400" y="2318004"/>
            <a:ext cx="201168" cy="201168"/>
          </a:xfrm>
          <a:prstGeom prst="ellipse">
            <a:avLst/>
          </a:prstGeom>
          <a:solidFill>
            <a:srgbClr val="E63232"/>
          </a:solidFill>
          <a:ln/>
        </p:spPr>
      </p:sp>
      <p:sp>
        <p:nvSpPr>
          <p:cNvPr id="41" name="Text 16"/>
          <p:cNvSpPr/>
          <p:nvPr/>
        </p:nvSpPr>
        <p:spPr>
          <a:xfrm>
            <a:off x="6629400" y="23180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17"/>
          <p:cNvSpPr/>
          <p:nvPr/>
        </p:nvSpPr>
        <p:spPr>
          <a:xfrm>
            <a:off x="6903720" y="22814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smtClean="0"/>
              <a:t>간단 기능 설명 </a:t>
            </a:r>
            <a:r>
              <a:rPr lang="en-US" altLang="ko-KR" sz="900" smtClean="0"/>
              <a:t>: ?</a:t>
            </a:r>
            <a:r>
              <a:rPr lang="ko-KR" altLang="en-US" sz="900" smtClean="0"/>
              <a:t>사용법 참조</a:t>
            </a:r>
            <a:endParaRPr lang="en-US" altLang="ko-KR" sz="900" smtClean="0"/>
          </a:p>
        </p:txBody>
      </p:sp>
    </p:spTree>
    <p:extLst>
      <p:ext uri="{BB962C8B-B14F-4D97-AF65-F5344CB8AC3E}">
        <p14:creationId xmlns:p14="http://schemas.microsoft.com/office/powerpoint/2010/main" val="327201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of Document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 |  </a:t>
            </a:r>
            <a:r>
              <a:rPr lang="en-US" sz="130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</a:t>
            </a:r>
            <a:r>
              <a:rPr lang="en-US" sz="1300" smtClean="0">
                <a:solidFill>
                  <a:srgbClr val="6B7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97</Words>
  <Application>Microsoft Office PowerPoint</Application>
  <PresentationFormat>화면 슬라이드 쇼(16:9)</PresentationFormat>
  <Paragraphs>47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DX-AutoManual</dc:creator>
  <cp:lastModifiedBy>허무영/대리/DX팀</cp:lastModifiedBy>
  <cp:revision>8</cp:revision>
  <dcterms:created xsi:type="dcterms:W3CDTF">2026-03-18T23:51:53Z</dcterms:created>
  <dcterms:modified xsi:type="dcterms:W3CDTF">2026-03-19T00:18:21Z</dcterms:modified>
</cp:coreProperties>
</file>